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96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новому занятті! Ми вже вміємо запускати обчислювальні ресурси — EC2, вміємо розподіляти навантаження й масштабувати. Сьогодні переходимо від обчислень до збереження даних, і почнемо з Amazon S3 — мабуть, найпершого і найвідомішого сервісу AWS, з якого фактично почалась вся історія компанії, як ми згадували на самому першому занятті. S3 — об'єктне сховище: на відміну від диска EBS, підключеного до конкретного сервера, S3 існує окремо від будь-яких обчислень, доступне через інтернет з будь-якої точки світу, і практично не має обмежень на обсяг даних. Сьогодні розберемо архітектуру бакетів і об'єктів, навчимось керувати правами доступу — а це та тема, де найчастіше трапляються дорогі помилки безпеки, — поговоримо про версіонування, шифрування, і наприкінці попрацюємо з S3 через CLI та SDK, застосувавши знання з попереднього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 розшифровується як Simple Storage Service, і хоча в назві є слово "simple", простота ця оманлива — за нею стоїть надзвичайно надійна розподілена система. Розберемо базову термінологію. Bucket, бакет, — це контейнер верхнього рівня для ваших об'єктів; його ім'я має бути унікальним не лише у вашому акаунті, а взагалі серед усіх клієнтів AWS у світі, тому прості імена на кшталт "images" чи "backup" майже завжди вже зайняті. Object, об'єкт, — це, власне, файл: картинка, відео, лог, бекап бази даних — будь-що, розміром від нуля байтів до 5 терабайтів, разом із метаданими на кшталт типу вмісту чи власних тегів. Key, ключ, — це унікальний шлях об'єкта всередині бакета, наприклад "photos/2026/vacation.jpg"; важливо розуміти, що S3 технічно не має вкладених папок — це плоске сховище ключ-значення, а "папки" в консолі — лише візуальне представлення ключів зі спільним префіксом. І Version ID — ідентифікатор, що з'являється, коли увімкнено версіонування, про яке ми детально поговоримо на одному з наступних слайдів.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Пройдемо шлях від порожнього акаунту до першого доступного файлу — так само, як зробимо на практичному занятті. Крок перший — ім'я: пам'ятайте, воно глобально унікальне, тому досвідчені інженери одразу додають префікс компанії чи випадковий суфікс, наприклад "acme-prod-uploads-2026". Крок другий — регіон: обирайте той, що найближче до основної аудиторії застосунку, це прямо впливає на затримку. Крок третій — і це найважливіший крок з погляду безпеки — Block Public Access: за замовчуванням AWS блокує будь-який публічний доступ до нового бакета, і це свідоме рішення від 2018 року, коли після кількох гучних витоків даних через неправильно налаштовані публічні бакети AWS змінив дефолтну поведінку на найбезпечнішу. Крок четвертий — власне завантаження файлу: найпростіше — перетягнути файл прямо в консолі браузера, хоча на практиці частіше використовують CLI чи SDK, про що поговоримо наприкінці заняття. І крок п'ятий — кожен об'єкт після завантаження отримує власний URL у форматі https://bucket-name.s3.region.amazonaws.com/key — але, зверніть увагу, доступний він буде лише тим, кому дозволено правами доступу, які ми розберемо на наступних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Права доступу в S3 — одна з тем, де найчастіше трапляються дорогі помилки, тому розберемо модель детально. Доступ перевіряється одразу на кількох незалежних рівнях, і всі вони діють одночасно. Block Public Access — наймогутніший перемикач, свого роду рубильник: якщо він увімкнений на рівні акаунту чи бакета, він перекриє публічний доступ, навіть якщо десь нижче політика чи ACL нібито його дозволяють. IAM Policy — права, які ми детально розглядали на занятті про IAM: вони прив'язані до конкретного користувача чи ролі й визначають, що ця особа може робити з S3 загалом, у будь-якому бакеті, доступ до якого їй надано. Bucket Policy — дзеркальний механізм, але прив'язаний не до особи, а до самого бакета: він визначає, хто ззовні, включно з іншими AWS-акаунтами, може до нього звертатися. І нарешті ACL — найстаріший механізм, що дозволяв надавати прості дозволи READ чи WRITE на рівні окремого об'єкта чи бакета; AWS вже кілька років офіційно рекомендує вимикати ACL повністю й покладатися лише на IAM- та Bucket-політики, оскільки вони гнучкіші й легше піддаються аудиту. Головне правило, яке варто запам'ятати: щоб отримати доступ, запит повинен пройти через усі ці шари одночасно — досить, щоб один із них сказав "ні".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так виглядає типова Bucket Policy — зверніть увагу, вона майже ідентична за структурою до IAM-політики, яку ми розглядали на попередньому занятті, з однією важливою відмінністю: тут з'являється поле Principal. У політиці, прикріпленій до IAM-користувача, "хто" вже зрозуміло — це сам користувач, тому поле Principal не потрібне. А Bucket Policy прикріплена до ресурсу, а не до особи, тому вона обов'язково повинна явно вказати, кому саме надається дозвіл: тут це кореневий акаунт з ідентифікатором 1111, або в реальному прикладі — повний ARN конкретного акаунту, користувача чи навіть "*" для абсолютно всіх, хоча останнє варто використовувати вкрай обережно, і лише разом із додатковими умовами. Дія s3:GetObject дозволяє читати об'єкти, а Resource вказує саме на які — тут із символом * в кінці, тобто на всі об'єкти в бакеті "my-bucket". Це і є найпоширеніший сценарій використання Bucket Policy — надати доступ на читання іншому AWS-акаунту, наприклад партнеру чи іншій команді в межах організації, без потреби створювати для них IAM-користувача у своєму акаунті. Щодо ACL — це справді старіший інструмент, і хоча він досі підтримується для сумісності, для нових бакетів AWS вже за замовчуванням рекомендує повністю вимикати ACL і покладатися виключно на IAM- та Bucket-політики.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Продовжимо тему прав доступу, зосередившись саме на ролі IAM-користувачів. Identity-based policy — це те, з чим ви вже добре знайомі з заняття про IAM: політика прикріплюється до особи — користувача, групи чи ролі — і визначає, що саме ця особа може робити в AWS. Наприклад, ви можете дозволити розробнику лише читати й записувати об'єкти в одному конкретному бакеті логів розробки, і жодних інших дій ні з яким іншим бакетом. Це керується повністю в IAM, тим самим інструментом, яким ви керуєте доступом і до EC2, і до інших сервісів. Resource-based policy, тобто Bucket Policy, — дзеркальний підхід: вона прикріплюється не до особи, а до самого бакета і визначає, хто саме ззовні може до нього звертатися. І ось тут криється ключова практична різниця: Bucket Policy — це єдиний спосіб надати доступ користувачу чи ролі з іншого AWS-акаунту, оскільки IAM-політика у вашому акаунті просто фізично не може "дотягнутися" до чужого користувача. Тому типовий сценарій для обміну даними між компаніями чи командами в межах великої організації з окремими акаунтами — саме Bucket Policy. На практиці ці два типи політик не конкурують, а доповнюють одна одну, і саме тому важливо розуміти обидва підходи.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Дві потужні, але різні можливості S3. Versioning, версіонування, вирішує проблему випадкових втрат даних: коли воно увімкнено, перезапис чи "видалення" об'єкта насправді не стирає попередню версію — новий запис просто додається до історії, а видалення позначається спеціальним "delete marker", який можна прибрати, миттєво повернувши файл. Це фактично страховка від людської помилки чи навіть зловмисної дії, наприклад атаки шифрувальника-вимагача: навіть якщо зловмисник перезапише всі ваші файли, попередні версії залишаються доступними. Lifecycle, життєвий цикл, вирішує зовсім іншу задачу — оптимізацію витрат. Подивіться на таймлайн: щойно завантажені дані потрапляють у клас S3 Standard, найдорожчий, але з миттєвим доступом. Через 30 днів, коли до логів чи старих бекапів звертаються значно рідше, правило Lifecycle автоматично переносить їх у Standard-IA, Infrequent Access, — дешевше зберігання за трохи вищу плату за сам факт звернення. Ще через 60 днів дані переїжджають у S3 Glacier — архівне сховище, у рази дешевше за Standard, але з відновленням доступу від хвилин до годин залежно від обраного рівня. І, нарешті, компанія може налаштувати автоматичне видалення через рік, якщо дані втратили будь-яку цінність. Усе це відбувається повністю автоматично, без жодного втручання людини, лише за одним налаштованим правилом.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Розглянемо шифрування даних "у спокої", тобто безпосередньо на диску в дата-центрі AWS. SSE-S3 — найпростіший варіант і, до речі, з 2023 року увімкнений за замовчуванням для абсолютно всіх нових об'єктів у S3: AWS сам генерує, зберігає й регулярно ротує ключі шифрування, від вас не вимагається жодних додаткових дій. SSE-KMS йде на крок далі: ключі керуються через окремий сервіс AWS KMS, Key Management Service, що дає два важливі бонуси — детальний журнал аудиту, хто і коли використовував ключ для розшифрування, і можливість миттєво відкликати доступ до ключа, фактично зробивши всі зашифровані ним дані недоступними навіть для тих, хто раніше мав права на сам S3-об'єкт. І SSE-C — найексклюзивніший варіант, коли ви самі повністю керуєте ключем шифрування і передаєте його в кожному запиті до S3; AWS використовує його лише в момент обробки запиту і одразу забуває, ніколи не зберігаючи на своїй стороні — максимальний контроль, але й максимальна відповідальність, адже втрата вашого ключа означає безповоротну втрату даних. Наостанок нагадаю: усе, що ми обговорили, стосується даних у стані спокою; дані під час передачі між вами і S3 завжди захищені шифруванням TLS через HTTPS, це не потребує окремого налаштування.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Усе, що ми сьогодні розглянули через консоль, так само доступне й програмно — і саме так S3 найчастіше використовується в реальних проєктах. Ліворуч — команди AWS CLI, з яким ми детально знайомились на попередньому занятті: aws s3 mb створює новий бакет, mb означає "make bucket". aws s3 cp копіює один файл, а aws s3 sync — надзвичайно корисна команда, яка синхронізує цілу локальну папку з бакетом, завантажуючи лише нові чи змінені файли, ідеально підходить для регулярних бекапів. aws s3 ls показує вміст бакета, а aws s3 rm видаляє об'єкт. Праворуч — той самий набір операцій через Python та бібліотеку boto3, яку ми також розглядали раніше. Зверніть увагу на природну відповідність: команді aws s3 cp відповідає метод s3.upload_file, а aws s3 ls — метод list_objects_v2. Це не випадковість: усі три інтерфейси — консоль, CLI, SDK — це лише різні "обгортки" навколо одного й того самого AWS API. На практиці CLI найчастіше використовують для одноразових операцій та скриптів автоматизації, а SDK, як-от boto3, — коли робота з S3 вбудована прямо в логіку застосунку: наприклад, вебсервіс, що приймає завантажені користувачами файли й одразу зберігає їх у 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 заняття коротким чек-листом, який варто тримати перед очима під час роботи з будь-яким S3-бакетом у продакшені. Публічний доступ — вимикайте його за замовчуванням і відкривайте лише свідомо, для конкретного вузького сценарію, наприклад публічного сайту статики. Права доступу — надавайте через сучасні IAM- та Bucket-політики, а не через застарілі ACL, які складніше аудитувати й контролювати на масштабі. Версіонування — обов'язково вмикайте для будь-яких даних, втрата яких була б болючою: бекапів баз даних, важливих документів, вихідного коду. Lifecycle-правила — налаштовуйте для автоматичного здешевлення зберігання даних, що використовуються дедалі рідше з часом, це може суттєво скоротити рахунок за AWS. Шифрування через SSE-KMS — для будь-яких чутливих даних, де важливий детальний аудит доступу. І, нарешті, принцип мінімальних привілеїв в IAM, який ми детально розглядали кілька занять тому, — застосовується до S3 так само суворо, як і до будь-якого іншого сервісу AWS. Сьогодні ми пройшли повний шлях: від архітектури бакетів до безпеки й автоматизації — на наступному занятті перейдемо від сховища файлів до керованих баз даних: Amazon RDS та DynamoDB.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boxOpen_slate.png"/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8595360" y="3291840"/>
            <a:ext cx="3931920" cy="3931920"/>
          </a:xfrm>
          <a:prstGeom prst="rect">
            <a:avLst/>
          </a:prstGeom>
        </p:spPr>
      </p:pic>
      <p:pic>
        <p:nvPicPr>
          <p:cNvPr id="3" name="Image 1" descr="/home/claude/icons/cube_slate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223760" y="470916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Об'єктне сховище, здатне зберігати практично необмежену кількість даних із надійністю 99,999999999%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003825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/home/claude/icons/boxOpen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409" y="5449824"/>
            <a:ext cx="301752" cy="3017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74744" y="5897880"/>
            <a:ext cx="15961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Бакети та об'єкти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2874832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/home/claude/icons/lock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5416" y="5449824"/>
            <a:ext cx="301752" cy="30175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606040" y="5897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доступу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886512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/home/claude/icons/history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7096" y="5449824"/>
            <a:ext cx="301752" cy="30175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617720" y="5897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Версіонування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60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 та основні поняття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(Simple Storage Service) </a:t>
            </a:r>
            <a:r>
              <a:rPr lang="en-US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об'єктне сховище: зберігає дані як окремі об'єкти всередині контейнерів (бакетів), практично без обмежень на обсяг.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5791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S3 — це камера схову з нескінченною кількістю комірок (бакетів). Кожна річ (об'єкт) має власну унікальну бирку (ключ), за якою її миттєво знаходять.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46811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492240" y="181051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базові поняття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boxOpe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4871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86600" y="2359152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598808"/>
            <a:ext cx="4233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для об'єктів із глобально унікальним ім'ям у межах усього AWS.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3222304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file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320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3204016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443672"/>
            <a:ext cx="4233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разом із метаданими; розмір — від 0 байтів до 5 терабайтів.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4067168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key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1768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86600" y="404888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086600" y="4288536"/>
            <a:ext cx="4233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Унікальний ідентифікатор (шлях) об'єкта в межах бакета.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92240" y="4871840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icons/layer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98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853552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5093208"/>
            <a:ext cx="4233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Ідентифікатор конкретної версії об'єкта, якщо увімкнено версіонування.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3891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Створення бакета і завантаження файлів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09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кроків від порожнього акаунту до першого файлу, доступного в S3.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7398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548640" y="2073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" y="2576904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371600" y="202826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boxOpe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174568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унікальне ім'я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13055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бакета глобально унікальне серед усіх акаунтів AWS у світі.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85122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 txBox="1"/>
          <p:nvPr/>
        </p:nvSpPr>
        <p:spPr>
          <a:xfrm>
            <a:off x="548640" y="285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0100" y="3354144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1371600" y="280550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6" name="Image 1" descr="/home/claude/icons/globe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2951808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48840" y="2907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регіон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349240" y="290779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фізично зберігатимуться в дата-центрах обраного регіону.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362846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 txBox="1"/>
          <p:nvPr/>
        </p:nvSpPr>
        <p:spPr>
          <a:xfrm>
            <a:off x="548640" y="3628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00100" y="4131384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18"/>
          <p:cNvSpPr/>
          <p:nvPr/>
        </p:nvSpPr>
        <p:spPr>
          <a:xfrm>
            <a:off x="1371600" y="358274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2" descr="/home/claude/icons/lock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3729048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14884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Налаштувати Block Public Access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349240" y="368503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замовчуванням увімкнено — весь публічний доступ заблоковано.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40570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2"/>
          <p:cNvSpPr txBox="1"/>
          <p:nvPr/>
        </p:nvSpPr>
        <p:spPr>
          <a:xfrm>
            <a:off x="548640" y="4405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00100" y="4908624"/>
            <a:ext cx="914" cy="22860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4"/>
          <p:cNvSpPr/>
          <p:nvPr/>
        </p:nvSpPr>
        <p:spPr>
          <a:xfrm>
            <a:off x="1371600" y="435998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0" name="Image 3" descr="/home/claude/icons/cloudUpload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506288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148840" y="4462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Завантажити об'єкт (Upload)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5349240" y="446227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консоль, перетягуванням файлу, або через CLI чи SDK.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518294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Text 28"/>
          <p:cNvSpPr txBox="1"/>
          <p:nvPr/>
        </p:nvSpPr>
        <p:spPr>
          <a:xfrm>
            <a:off x="548640" y="5182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371600" y="513722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6" name="Image 4" descr="/home/claude/icons/link_dark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7904" y="5283528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14884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Отримати URL об'єкта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5349240" y="523951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об'єкт має власний унікальний URL для доступу, якщо дозволено.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Керування правами доступу: модель у шарах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об'єкта S3 перевіряється одразу на кількох незалежних рівнях.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054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313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5640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Перемикач на рівні акаунту чи бакета, що перекриває публічний доступ незалежно від інших налаштувань.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720840" y="2377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user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5054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313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5640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Права, прив'язані до користувача чи ролі — що дозволено робити з S3 конкретній особі.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fileSignatur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92277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7307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39813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Права, прив'язані до самого бакета — хто й що може робити з ним ззовні.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46520" y="35661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720840" y="3794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icons/lockOpe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392277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37307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(legacy)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06640" y="39813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Застарілий механізм дозволів на рівні об'єкта чи бакета. AWS радить використовувати політики.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Ефективний дозвіл — це перетин усіх шарів: якщо хоча б один із них блокує доступ, запит буде відхилено.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3880" y="4434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Права доступу та політики: ACL і Bucket Policy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— JSON-документ, прикріплений до бакета, що описує, хто й що може з ним робити.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[{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"Effect": "Allow",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"Principal": {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"AWS": "arn:aws:iam::1111:root"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"s3:GetObject",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"Resource":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"arn:aws:s3:::my-bucket/*"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21835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 txBox="1"/>
          <p:nvPr/>
        </p:nvSpPr>
        <p:spPr>
          <a:xfrm>
            <a:off x="6355080" y="21835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08483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саме отримує дозвіл — акаунт, користувач або "*" для всіх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84187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 txBox="1"/>
          <p:nvPr/>
        </p:nvSpPr>
        <p:spPr>
          <a:xfrm>
            <a:off x="6355080" y="28418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7432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або Deny — дозволити чи заборонити дію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35002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 txBox="1"/>
          <p:nvPr/>
        </p:nvSpPr>
        <p:spPr>
          <a:xfrm>
            <a:off x="6355080" y="35002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40156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S3 API, наприклад s3:GetObject чи s3:PutObject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41586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 txBox="1"/>
          <p:nvPr/>
        </p:nvSpPr>
        <p:spPr>
          <a:xfrm>
            <a:off x="6355080" y="41586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405993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бакета чи об'єктів, на які поширюється правило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4771256"/>
            <a:ext cx="5376672" cy="1643260"/>
          </a:xfrm>
          <a:prstGeom prst="roundRect">
            <a:avLst>
              <a:gd name="adj" fmla="val 6452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0" descr="/home/claude/icons/lockOpe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96620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32320" y="49963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що з ACL?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531429" y="5422392"/>
            <a:ext cx="508145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— старіший, простіший механізм (READ/WRITE на об'єкт чи бакет). AWS рекомендує вимкнути ACL і користуватись лише політиками.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84331" y="31089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доступу через IAM-користувачів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типи політик діють одночасно — і обидва варто розуміти, щоб правильно спроєктувати доступ.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05187"/>
            <a:ext cx="5212080" cy="36667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68680" y="2079507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userLo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16667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125227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Identity-based policy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49098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Прикріплена до користувача, групи чи ролі в IAM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993907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Визначає, що ця особа може робити в AWS загалом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розробнику дозволено s3:GetObject лише в бакеті "dev-logs"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Керується централізовано в IAM — там само, де й доступ до інших сервісів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1805187"/>
            <a:ext cx="5212080" cy="36667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6720840" y="2079507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fileSignatur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16667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2125227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Resource-based policy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49098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Прикріплена безпосередньо до бакета (Bucket Policy)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2993907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Визначає, хто ззовні може звертатись саме до цього бакета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дозволити акаунту партнера читати один конкретний бакет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спосіб надати доступ користувачам з іншого AWS-акаунту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9990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практиці обидва типи політик діють одночасно: доступ дозволено, лише якщо жоден шар його не забороняє.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931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Версіонування об'єктів і життєвий цикл даних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 увімкненні S3 зберігає кожну версію об'єкта окремо; видалення лише додає "delete marker", не стираючи попередні версії. </a:t>
            </a: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правила, що автоматично переміщують чи видаляють об'єкти залежно від їхнього віку.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06288"/>
            <a:ext cx="10515600" cy="0"/>
          </a:xfrm>
          <a:prstGeom prst="line">
            <a:avLst/>
          </a:prstGeom>
          <a:noFill/>
          <a:ln w="381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76656" y="3859984"/>
            <a:ext cx="292608" cy="292608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boxOpe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23992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869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 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893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Standard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6680" y="41937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Активні, часто використовувані дані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81856" y="3859984"/>
            <a:ext cx="292608" cy="292608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archiv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864" y="392399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93720" y="2869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 30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093720" y="31893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Standard-IA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093720" y="4170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Рідше використовувані дані, дешевше зберігання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687056" y="3859984"/>
            <a:ext cx="292608" cy="292608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snowflak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064" y="392399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98920" y="2869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 90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598920" y="31893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Glacier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598920" y="41525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Архів; відновлення доступу — від хвилин до годин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1192256" y="3859984"/>
            <a:ext cx="292608" cy="292608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icons/trash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6264" y="3923992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62872" y="2869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День 365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262872" y="31893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Видалення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413597" y="4170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видалення застарілих даних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541957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4" descr="/home/claude/icons/shield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4817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71600" y="5419576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Версіонування — проста й дієва страховка від випадкового видалення чи перезапису даних.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3880" y="3383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Шифрування та безпека даних у S3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варіанти шифрування даних "у спокої" (at rest) — оберіть залежно від потреби в контролі.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lo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14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SSE-S3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Шифрування ключами, якими повністю керує й ротує сам AWS. Увімкнено автоматично для всіх нових об'єктів.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51206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 txBox="1"/>
          <p:nvPr/>
        </p:nvSpPr>
        <p:spPr>
          <a:xfrm>
            <a:off x="868680" y="5120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замовчуванням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4709160" y="233172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icons/key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146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916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SSE-KMS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3657600"/>
            <a:ext cx="2880360" cy="10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Ключі керуються через AWS KMS — детальний журнал використання й можливість відкликати доступ.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09160" y="51206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 txBox="1"/>
          <p:nvPr/>
        </p:nvSpPr>
        <p:spPr>
          <a:xfrm>
            <a:off x="4709160" y="5120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і контроль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29600" y="20116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8549640" y="233172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icons/userLo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51460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964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SSE-C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3657600"/>
            <a:ext cx="2880360" cy="10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 самі надаєте ключ шифрування в кожному запиті; AWS сам ключ ніколи не зберігає.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549640" y="51206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0"/>
          <p:cNvSpPr txBox="1"/>
          <p:nvPr/>
        </p:nvSpPr>
        <p:spPr>
          <a:xfrm>
            <a:off x="8549640" y="5120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контроль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2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"в дорозі" завжди захищені через HTTPS/TLS. Для захисту від видалення поєднуйте версіонування з S3 Object Lock.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76072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Робота через CLI і SDK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6245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операції з S3, які доступні в консолі, доступні й програмно.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79"/>
            <a:ext cx="5468112" cy="4188153"/>
          </a:xfrm>
          <a:prstGeom prst="roundRect">
            <a:avLst>
              <a:gd name="adj" fmla="val 2273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87552" y="2212848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97864" y="2212848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548640" y="2139696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AWS CLI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14600"/>
            <a:ext cx="482803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mb s3://my-new-bucket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cp report.pdf \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s3://my-new-bucket/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sync ./local-folder \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s3://my-new-bucket/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ls s3://my-new-bucket/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2026-09-20  report.pdf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rm \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s3://my-new-bucket/report.pdf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68112" cy="4188152"/>
          </a:xfrm>
          <a:prstGeom prst="roundRect">
            <a:avLst>
              <a:gd name="adj" fmla="val 2273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400800" y="2212848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611112" y="2212848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821424" y="2212848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 txBox="1"/>
          <p:nvPr/>
        </p:nvSpPr>
        <p:spPr>
          <a:xfrm>
            <a:off x="6172200" y="2139696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s3_example.py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14600"/>
            <a:ext cx="482803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boto3.client("s3")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Завантажити файл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s3.upload_file(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"report.pdf",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"my-new-bucket",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"report.pdf"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Список об'єктів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s3.list_objects_v2(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Bucket="my-new-bucket")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 найкращих практик S3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ba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Вимикати публічний доступ, якщо він не потрібен явно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46520" y="18745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6675120" y="205740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icons/fileSignatur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1671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8745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Надавати доступ через політики, а не застарілі ACL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/home/claude/icons/histo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218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Вмикати версіонування для критично важливих даних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46520" y="292608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6675120" y="310896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icons/archiv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218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1520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Налаштовувати Lifecycle-правила для економії витрат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4" descr="/home/claude/icons/key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27024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39776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Шифрувати чутливі дані через SSE-KMS для кращого аудиту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446520" y="397764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18"/>
          <p:cNvSpPr/>
          <p:nvPr/>
        </p:nvSpPr>
        <p:spPr>
          <a:xfrm>
            <a:off x="6675120" y="41605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5" descr="/home/claude/icons/userLock_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427024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15200" y="39776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Дотримуватись мінімальних привілеїв в IAM-політиках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бази даних в AWS — Amazon RDS та DynamoDB.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3145</Words>
  <Application>Microsoft Macintosh PowerPoint</Application>
  <PresentationFormat>Widescreen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2</cp:revision>
  <dcterms:created xsi:type="dcterms:W3CDTF">2026-09-26T19:23:00Z</dcterms:created>
  <dcterms:modified xsi:type="dcterms:W3CDTF">2026-09-26T19:36:57Z</dcterms:modified>
</cp:coreProperties>
</file>