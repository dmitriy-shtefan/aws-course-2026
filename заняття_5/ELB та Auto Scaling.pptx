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96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22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новому занятті! Ми вже вміємо запускати EC2-інстанс і налаштовувати мережу навколо нього — але один сервер це завжди єдина точка відмови: якщо він впаде або не впорається з навантаженням, застосунок стане недоступним. Сьогодні розберемо два сервіси, які вирішують цю проблему разом. Elastic Load Balancing, ELB, розподіляє вхідний трафік між кількома серверами, щоб жоден з них не був перевантажений і щоб трафік автоматично оминав несправні сервери. Auto Scaling Group, ASG, автоматично додає чи прибирає сервери залежно від реального навантаження — вночі, коли трафіку мало, працює два сервери, а під час пікового навантаження вдень система сама піднімає ще п'ять. Наприкінці заняття побачимо, як ці два сервіси працюють у зв'язці, утворюючи основу відмовостійкої, самовідновлюваної архітектури — стандарт для будь-якого серйозного продакшн-застосунку на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ELB вирішує фундаментальну проблему масштабованості: коли у вас один сервер, він же і вузьке місце, і єдина точка відмови. Розберемо термінологію. Listener — це "вухо" балансувальника: він слухає вхідні з'єднання на конкретному порту й протоколі, наприклад HTTPS на порту 443, і вирішує, куди направити кожен запит. Target Group — це група серверів чи інших обчислювальних ресурсів, які отримують трафік; можна мати кілька Target Groups для різних частин застосунку, наприклад окремо для API й окремо для статичного контенту. Target — це вже конкретний елемент усередині групи: окремий EC2-інстанс, IP-адреса чи навіть Lambda-функція. І Health Check — механізм, який ми детальніше розглянемо через кілька слайдів: балансувальник регулярно "стукає" в кожну ціль, щоб переконатись, що вона жива і здатна обробляти запити, і якщо ціль не відповідає — тимчасово прибирає її з ротації, доки вона не відновиться.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пропонує чотири типи балансувальників, і вибір залежить від рівня мережевої моделі, на якому потрібно приймати рішення. Application Load Balancer, ALB, працює на 7-му рівні, рівні застосунку — він "розуміє" HTTP і HTTPS, тому вміє маршрутизувати за шляхом URL чи доменним іменем; це найпопулярніший вибір для сучасних вебзастосунків і мікросервісів, і саме його ми детально розберемо на наступному слайді. Network Load Balancer, NLB, працює на 4-му рівні, транспортному: він не заглядає всередину пакетів, тому обробляє мільйони запитів на секунду з мінімальною затримкою, і, на відміну від ALB, може мати статичну IP-адресу — важливо для деяких корпоративних інтеграцій. Gateway Load Balancer — вузькоспеціалізований інструмент для інтеграції сторонніх мережевих застосунків, наприклад фаєрволів від Palo Alto чи Check Point, які повинні перевіряти весь трафік ще до того, як він потрапить у вашу мережу. І Classic Load Balancer — це, по суті, "дідусь" усіх сучасних балансувальників AWS, він досі підтримується для сумісності зі старими системами, але для нових проєктів AWS однозначно рекомендує ALB чи NLB.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Розберемо, як саме балансувальник вирішує, куди направити конкретний запит. Усе починається з Listener — він приймає з'єднання на порту 443 для HTTPS. Далі спрацьовують Rules, правила прослуховувача: кожне правило має умову й дію. На діаграмі показано класичний приклад маршрутизації за шляхом URL: якщо запит починається з /api/, наприклад example.com/api/users, ALB направляє його в Target Group "api", де живуть сервери, які обробляють бізнес-логіку. Усі інші запити, за замовчуванням, потрапляють у Target Group "web" — там, наприклад, живе сервер, що віддає статичний вебсайт. Це надзвичайно потужна можливість: ви можете розгорнути API та фронтенд на абсолютно різних серверах, з різними Instance Type, різною кількістю реплік, різними Auto Scaling Group — і при цьому користувач звертається до одного й того самого домену, а ALB прозоро розводить трафік. Крім маршрутизації за шляхом, правила можуть перевіряти домен (host-based routing), HTTP-заголовки, навіть параметри запиту — це дає гнучкість, порівнянну з повноцінним API Gateway, хоча для складніших сценаріїв AWS має й окремий сервіс API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Check — механізм, що робить балансувальник по-справжньому "розумним", а не просто розподільником за колом. ELB регулярно надсилає запит на визначений шлях, часто /health чи /ping — ендпоінт, який ви самі реалізуєте в застосунку так, щоб він повертав HTTP 200, коли сервіс дійсно готовий обробляти трафік, а не просто "процес запущений". Interval визначає, як часто виконується перевірка, наприклад раз на 30 секунд, а Timeout — скільки часу балансувальник чекає на відповідь, перш ніж вважати спробу невдалою. А ось tHealthy threshold і Unhealthy threshold — це запобіжник від хибних спрацювань: система не виключає ціль після однієї невдалої перевірки, а чекає, наприклад, трьох невдач поспіль, перш ніж позначити її unhealthy, і так само вимагає кількох успішних перевірок поспіль, перш ніж повернути в ротацію. На картці праворуч — типовий стан Target Group: два інстанси healthy, отримують трафік як зазвичай, а третій unhealthy — можливо, впав застосунок чи вичерпалась пам'ять — і ELB автоматично перестав надсилати на нього запити користувачів, тоді як Auto Scaling Group, з якою ми познайомимось далі, може паралельно вже готувати заміну цьому інстансу.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Scaling Group вирішує другу половину задачі відмовостійкості: ELB розподіляє трафік між серверами, а ASG подбає про те, щоб потрібна кількість серверів взагалі існувала. П'ять понять, які варто запам'ятати. Minimum capacity — абсолютний мінімум інстансів, який ASG ніколи не дозволить опуститись нижче, навіть якщо навантаження впаде до нуля, — гарантія базової доступності. Maximum capacity — верхня межа, головним чином фінансовий запобіжник: навіть якщо метрики покажуть шалене навантаження, ASG не почне запускати тисячі інстансів і не спустошить бюджет компанії за ніч. Desired capacity — це те, до чого ASG прагне прямо зараз, число між мінімумом і максимумом, яке постійно перераховується на основі Scaling Policy. Launch Template — конфігураційний шаблон: AMI, тип інстансу, Security Group, Key Pair, скрипт ініціалізації — усе, що потрібно, щоб ASG міг сам, без втручання людини, запустити ідентичну копію сервера. І Scaling Policy — правило, яке ми детально розглянемо за два слайди: воно вирішує, коли Desired capacity потрібно збільшити чи зменшити.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Розглянемо чотири підходи до масштабування, від найпростішого до найскладнішого. Manual scaling — найпростіший варіант: людина сама, вручну, змінює Desired capacity, коли вважає за потрібне; підходить хіба що для тестових середовищ чи разових подій. Scheduled scaling — масштабування за розкладом: якщо ви точно знаєте патерн навантаження, наприклад інтернет-магазин, де трафік завжди зростає о 9 ранку і спадає вночі, можна заздалегідь запланувати зміну ємності на конкретний час. Dynamic scaling, або target tracking — найпоширеніший підхід у продакшені: ви вказуєте цільову метрику, наприклад "тримай середнє завантаження CPU на рівні 50%", і CloudWatch безперервно постачає ASG свіжі дані, а той сам додає чи прибирає інстанси, щоб утримати цей показник. І нарешті Predictive scaling — наймолодша й найсучасніша можливість: AWS аналізує історичні патерни навантаження за допомогою машинного навчання і завчасно, ще до фактичного зростання трафіку, готує додаткові інстанси — це усуває затримку, характерну для реактивного dynamic scaling, коли нові сервери встигають піднятись лише через кілька хвилин після початку сплеску навантаження.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Розглянемо, як ці два поняття виглядають на практиці. Launch Template — це, по суті, специфікація сервера: який AMI використати як базовий образ, який Instance Type, який Key Pair для доступу, які Security Groups застосувати, і, що особливо важливо, поле UserData — скрипт, що виконається одразу при першому запуску інстансу; саме тут зазвичай автоматично встановлюють залежності, підтягують останню версію коду застосунку, реєструють сервер у моніторингу. Це вирішальна частина автоматизації: жодна людина не бере участь у запуску нового сервера, все відбувається за шаблоном. Scaling Policy на прикладі target tracking виглядає лаконічно: TargetValue 50 означає "тримай середнє завантаження CPU на рівні 50 відсотків", а PredefinedMetricType ASGAverageCPUUtilization каже AWS, яку саме метрику CloudWatch відстежувати — це вбудована метрика, не потрібно налаштовувати нічого додатково. І насамкінець — команда CLI, яка об'єднує все разом: створює Auto Scaling Group на основі Launch Template, із мінімумом 2, максимумом 10 і початковою бажаною ємністю 2 інстанси. Зверніть увагу, як природно тут застосовуються знання з попереднього заняття про CLI — синтаксис команди той самий підхід aws &lt;сервіс&gt; &lt;дія&gt; з параметрами.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Зберемо все воєдино в типову архітектуру, яку ви побачите практично в кожному серйозному AWS-проєкті. Користувач ніколи не звертається до конкретного сервера напряму — він завжди йде через один стабільний DNS-ендпоінт балансувальника. ELB приймає запит, за Health Check перевіряє, які цілі зараз здорові, і за правилами прослуховувача направляє трафік у відповідну Target Group. А самі сервери в цій Target Group більше не є статичним, вручну керованим списком — ними повністю керує Auto Scaling Group. Зверніть увагу на діаграму: ASG розподіляє інстанси одразу по кількох зонах доступності — це той самий принцип відмовостійкості, що ми розглядали на занятті про архітектуру AWS: якщо впаде ціла зона доступності, застосунок продовжить працювати на інстансах з іншої зони. Коли навантаження зростає, Scaling Policy на основі метрик CloudWatch збільшує Desired capacity, ASG запускає нові інстанси за Launch Template — і щойно новий інстанс проходить перший успішний Health Check, ELB автоматично, без жодного втручання людини, починає направляти на нього трафік. Це і є суть самовідновлюваної інфраструктури: система сама виявляє проблеми, сама масштабується і сама лікує себе.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 різницю між двома сервісами, яку варто чітко тримати в голові. ELB відповідає за трафік: він приймає вхідні запити користувачів, вирішує, у яку Target Group і за яким правилом їх направити, і безперервно перевіряє, які сервери зараз здатні відповідати. ASG відповідає за самі сервери: скільки їх повинно бути прямо зараз, коли додати нові, коли прибрати зайві, і як швидко замінити сервер, що вийшов з ладу. Ці два сервіси спеціально спроєктовані для роботи в парі: коли ASG додає новий інстанс, він автоматично реєструється у відповідній Target Group балансувальника; коли ASG вирішує прибрати інстанс, скажімо через dynamic scaling, ELB спочатку плавно перестає надсилати на нього новий трафік, даючи завершитись уже розпочатим запитам, і лише потім інстанс безпечно зупиняється. Саме ця пара сервісів — ELB плюс ASG — є фундаментом практично будь-якої серйозної, відмовостійкої архітектури на AWS, незалежно від того, чи це маленький стартап, чи компанія рівня Netflix. На наступному занятті ми перейдемо від обчислень до збереження стану — розберемо, як AWS пропонує керовані бази даних через RDS і DynamoDB.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shareAlt_slate.png"/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8595360" y="3291840"/>
            <a:ext cx="3931920" cy="3931920"/>
          </a:xfrm>
          <a:prstGeom prst="rect">
            <a:avLst/>
          </a:prstGeom>
        </p:spPr>
      </p:pic>
      <p:pic>
        <p:nvPicPr>
          <p:cNvPr id="3" name="Image 1" descr="/home/claude/icons/scale_slate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223760" y="470916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8288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 та Auto Scaling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5204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розподілити навантаження між серверами і автоматично масштабувати інфраструктуру під попит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131862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2" descr="/home/claude/icons/shareAlt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04" y="5449824"/>
            <a:ext cx="301752" cy="3017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9738" y="5897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Балансування навантаження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3245272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3" descr="/home/claude/icons/scale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856" y="5449824"/>
            <a:ext cx="301752" cy="30175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808578" y="5897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Автомасштабування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069368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/home/claude/icons/heartbeat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9952" y="5449824"/>
            <a:ext cx="301752" cy="30175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846320" y="5897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7034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Load Balancing: основні поняття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(ELB)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сервіс, що автоматично розподіляє вхідний трафік між кількома цілями в одній або кількох зонах доступності.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ELB — це диспетчер таксі-парку. Він розподіляє виклики між вільними водіями, не даючи жодному з них перевантажитись, і не надсилає виклик водієві, що зламався.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46811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6492240" y="181051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базові поняття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signIn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48716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86600" y="2359152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593732"/>
            <a:ext cx="4370832" cy="326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Слухає вхідні запити на певному порту й протоколі (напр. HTTPS:443).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182112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users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29184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3163824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398404"/>
            <a:ext cx="4233672" cy="326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цілей (EC2, контейнери, Lambda), що отримують трафік.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3986784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server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0965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86600" y="3968496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086600" y="4203076"/>
            <a:ext cx="4233672" cy="326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Окрема ціль усередині групи — конкретний сервер чи функція.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92240" y="4791456"/>
            <a:ext cx="457200" cy="457200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icons/heartbeat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9011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773168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5007748"/>
            <a:ext cx="4233672" cy="326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Періодична перевірка стану цілей для виключення несправних.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33613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 балансувальників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0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пропонує чотири типи ELB, кожен — для свого рівня мережевої моделі OSI та сценарію використання.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04672" y="228600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rout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436876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0" y="23317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 txBox="1"/>
          <p:nvPr/>
        </p:nvSpPr>
        <p:spPr>
          <a:xfrm>
            <a:off x="228600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(ALB)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11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Маршрутизація HTTP/HTTPS за шляхом чи доменом. Найпопулярніший вибір для вебзастосунків.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3639312" y="228600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icons/bol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88" y="243687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20640" y="23317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 txBox="1"/>
          <p:nvPr/>
        </p:nvSpPr>
        <p:spPr>
          <a:xfrm>
            <a:off x="512064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(NLB)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3611880" y="3611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Наднизька затримка, статична IP-адреса. Для TCP/UDP-трафіку з екстремальним навантаженням.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1792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6473952" y="228600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icons/shield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2436876"/>
            <a:ext cx="292608" cy="2926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955280" y="23317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8"/>
          <p:cNvSpPr txBox="1"/>
          <p:nvPr/>
        </p:nvSpPr>
        <p:spPr>
          <a:xfrm>
            <a:off x="795528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(GWLB)</a:t>
            </a:r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3611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сторонніх мережевих застосунків — фаєрволів, систем виявлення вторгнень.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05256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2"/>
          <p:cNvSpPr/>
          <p:nvPr/>
        </p:nvSpPr>
        <p:spPr>
          <a:xfrm>
            <a:off x="9308592" y="228600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8" name="Image 3" descr="/home/claude/icons/history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468" y="2436876"/>
            <a:ext cx="292608" cy="29260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789920" y="23317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4"/>
          <p:cNvSpPr txBox="1"/>
          <p:nvPr/>
        </p:nvSpPr>
        <p:spPr>
          <a:xfrm>
            <a:off x="1078992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928116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(CLB)</a:t>
            </a:r>
            <a:endParaRPr lang="en-US" dirty="0"/>
          </a:p>
        </p:txBody>
      </p:sp>
      <p:sp>
        <p:nvSpPr>
          <p:cNvPr id="32" name="Text 26"/>
          <p:cNvSpPr txBox="1"/>
          <p:nvPr/>
        </p:nvSpPr>
        <p:spPr>
          <a:xfrm>
            <a:off x="9281160" y="3611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Застарілий тип, попередник ALB/NLB. Для нових проєктів не рекомендується.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92665" y="48065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Цілі та правила розподілу навантаження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92665" y="14954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приймає запит і за правилами (Rules) направляє його у відповідну Target Group.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92040" y="21488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ignI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267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9204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HTTPS:443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3017520"/>
            <a:ext cx="0" cy="3657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2651760" y="3383280"/>
            <a:ext cx="6858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2651760" y="3511470"/>
            <a:ext cx="0" cy="32004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9509760" y="3511470"/>
            <a:ext cx="0" cy="32004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1737360" y="319143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 txBox="1"/>
          <p:nvPr/>
        </p:nvSpPr>
        <p:spPr>
          <a:xfrm>
            <a:off x="1737360" y="31914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/api/*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95360" y="319143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 txBox="1"/>
          <p:nvPr/>
        </p:nvSpPr>
        <p:spPr>
          <a:xfrm>
            <a:off x="8595360" y="31914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/*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05840" y="3869108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 txBox="1"/>
          <p:nvPr/>
        </p:nvSpPr>
        <p:spPr>
          <a:xfrm>
            <a:off x="1005840" y="40062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Group: api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2805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API-сервери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325880" y="46463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1" descr="/home/claude/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4746932"/>
            <a:ext cx="301752" cy="3017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423160" y="46463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2" descr="/home/claude/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4746932"/>
            <a:ext cx="301752" cy="30175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520440" y="46463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3" descr="/home/claude/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4746932"/>
            <a:ext cx="301752" cy="30175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863840" y="3869108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 txBox="1"/>
          <p:nvPr/>
        </p:nvSpPr>
        <p:spPr>
          <a:xfrm>
            <a:off x="7863840" y="40062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Group: web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863840" y="42805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Web-сервери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183880" y="46463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9" name="Image 4" descr="/home/claude/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4746932"/>
            <a:ext cx="301752" cy="30175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281160" y="46463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1" name="Image 5" descr="/home/claude/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4746932"/>
            <a:ext cx="301752" cy="30175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0378440" y="46463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3" name="Image 6" descr="/home/claude/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9024" y="4746932"/>
            <a:ext cx="301752" cy="30175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343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Моніторинг через Health Checks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3168" y="1487781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</a:t>
            </a:r>
            <a:r>
              <a:rPr lang="en-US" sz="16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періодичний запит, яким ELB перевіряє стан кожної цілі. Несправні цілі автоматично виключаються з балансування.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5727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параметри налаштування: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6875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— ендпоінт, що перевіряється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7167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 — як часто виконується перевірка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7459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сек — час очікування відповіді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7751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Healthy/Unhealthy threshold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 — скільки перевірок поспіль для зміни статусу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468112" cy="4434840"/>
          </a:xfrm>
          <a:prstGeom prst="roundRect">
            <a:avLst>
              <a:gd name="adj" fmla="val 2474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0" descr="/home/claude/icons/stethoscop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7452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995160" y="1892808"/>
            <a:ext cx="4370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 Health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2468880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 txBox="1"/>
          <p:nvPr/>
        </p:nvSpPr>
        <p:spPr>
          <a:xfrm>
            <a:off x="6720840" y="246888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i-0a1b2c3 (10.0.1.12)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857232" y="262432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1" descr="/home/claude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2" y="2706624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296144" y="2624328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92240" y="3319272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19"/>
          <p:cNvSpPr txBox="1"/>
          <p:nvPr/>
        </p:nvSpPr>
        <p:spPr>
          <a:xfrm>
            <a:off x="6720840" y="3319272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i-0d4e5f6 (10.0.1.34)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857232" y="347472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2" descr="/home/claude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2" y="355701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296144" y="347472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92240" y="4169664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3"/>
          <p:cNvSpPr txBox="1"/>
          <p:nvPr/>
        </p:nvSpPr>
        <p:spPr>
          <a:xfrm>
            <a:off x="6720840" y="416966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i-0g7h8i9 (10.0.2.10)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857232" y="4325112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3" descr="/home/claude/icons/ba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4407408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296144" y="4325112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6492240" y="5129784"/>
            <a:ext cx="4828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Трафік більше не направляється на i-0g7h8i9, доки 2 перевірки поспіль знову не пройдуть успішно.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651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Scaling Group: основні поняття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(ASG) </a:t>
            </a:r>
            <a:r>
              <a:rPr lang="en-US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сервіс, що автоматично підтримує потрібну кількість EC2-інстансів, запускаючи чи зупиняючи їх залежно від навантаження.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ASG — термостат для інфраструктури. Ви задаєте бажану "температуру" (кількість серверів), а система сама вмикає чи вимикає обігрів.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46811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6492240" y="1810512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П'ять базових понять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92240" y="2388552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arrowDown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48913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0" y="237026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capacity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533486"/>
            <a:ext cx="4279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Мінімальна кількість інстансів, яка завжди має працювати.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053074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balanceScale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15365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3034786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capacity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3198008"/>
            <a:ext cx="4279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Поточна цільова кількість інстансів — те, до чого прагне ASG.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3734688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arrowUp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83527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371640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capacity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040880" y="3973628"/>
            <a:ext cx="4279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 межа — захист від неконтрольованого й дорогого масштабування.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92240" y="4510308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icons/clone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6108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49202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4655242"/>
            <a:ext cx="4279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конфігурації, з якого запускається кожен новий інстанс.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92240" y="5234652"/>
            <a:ext cx="420624" cy="420624"/>
          </a:xfrm>
          <a:prstGeom prst="ellipse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4" descr="/home/claude/icons/slidersH_dark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5335236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0880" y="521636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Policy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040880" y="5379586"/>
            <a:ext cx="4279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Правило, яке визначає, коли й наскільки масштабувати.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4552" y="653377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3106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Принципи масштабування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20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стратегії визначення того, коли і наскільки змінювати кількість інстансів.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81586" y="2311638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icons/userCo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62" y="2462514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1316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94760"/>
            <a:ext cx="2148840" cy="1554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Адміністратор вручну змінює Desired capacity через консоль, CLI чи SDK.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3716226" y="2311638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clo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102" y="246251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31316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794760"/>
            <a:ext cx="2148840" cy="1554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Масштабування за розкладом — наприклад, більше серверів щобудня о 9:00.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1792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6550866" y="2311638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icons/tachomet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742" y="246251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31316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(Target Tracking)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3794760"/>
            <a:ext cx="2148840" cy="1554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реакція на метрику CloudWatch, напр. середнє завантаження CPU 50%.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52560" y="201168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9385506" y="2311638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icons/brain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6382" y="246251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31316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3794760"/>
            <a:ext cx="2148840" cy="1554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Прогнозування навантаження за допомогою машинного навчання наперед.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Template і Scaling Policies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6245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описує, ЩО запускати; Scaling Policy визначає, КОЛИ це робити.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9488"/>
            <a:ext cx="5468112" cy="2961974"/>
          </a:xfrm>
          <a:prstGeom prst="roundRect">
            <a:avLst>
              <a:gd name="adj" fmla="val 3226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77240" y="1990656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87552" y="1990656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197864" y="1990656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548640" y="1917504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Template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92408"/>
            <a:ext cx="4828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launch-template.json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"ImageId": "ami-0abcd1234",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"InstanceType": "t3.micro",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"KeyName": "my-key",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"SecurityGroupIds": [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"sg-0a1b2c3"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"UserData": "&lt;base64 script&gt;"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789487"/>
            <a:ext cx="5468112" cy="2961973"/>
          </a:xfrm>
          <a:prstGeom prst="roundRect">
            <a:avLst>
              <a:gd name="adj" fmla="val 3226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400800" y="1990656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611112" y="1990656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821424" y="1990656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 txBox="1"/>
          <p:nvPr/>
        </p:nvSpPr>
        <p:spPr>
          <a:xfrm>
            <a:off x="6172200" y="1917504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 Policy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292408"/>
            <a:ext cx="4828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target-tracking-policy.json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"TargetValue": 50.0,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"PredefinedMetricSpecification": {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"PredefinedMetricType":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"ASGAverageCPUUtilization"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52728"/>
            <a:ext cx="11064240" cy="1548072"/>
          </a:xfrm>
          <a:prstGeom prst="roundRect">
            <a:avLst>
              <a:gd name="adj" fmla="val 6897"/>
            </a:avLst>
          </a:prstGeom>
          <a:solidFill>
            <a:srgbClr val="1A2431"/>
          </a:solidFill>
          <a:ln w="127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777240" y="5053896"/>
            <a:ext cx="128016" cy="128016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987552" y="5053896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1197864" y="5053896"/>
            <a:ext cx="128016" cy="128016"/>
          </a:xfrm>
          <a:prstGeom prst="ellipse">
            <a:avLst/>
          </a:prstGeom>
          <a:solidFill>
            <a:srgbClr val="5CB8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 txBox="1"/>
          <p:nvPr/>
        </p:nvSpPr>
        <p:spPr>
          <a:xfrm>
            <a:off x="868680" y="53556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autoscaling create-auto-scaling-group \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--auto-scaling-group-name my-asg \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--launch-template LaunchTemplateName=my-template \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--min-size 2 --max-size 10 --desired-capacity 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01977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ELB і ASG працюють разом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9168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Типова відмовостійка архітектура: користувачі ніколи не звертаються до серверів напряму.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74436" y="2205244"/>
            <a:ext cx="640080" cy="64008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users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3424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180076" y="191502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4476" y="2845324"/>
            <a:ext cx="0" cy="294405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4448556" y="3156818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icons/shareAl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327569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80076" y="315681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Balancer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94476" y="3796898"/>
            <a:ext cx="0" cy="32004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9"/>
          <p:cNvSpPr/>
          <p:nvPr/>
        </p:nvSpPr>
        <p:spPr>
          <a:xfrm>
            <a:off x="1188720" y="4114800"/>
            <a:ext cx="9811512" cy="2103120"/>
          </a:xfrm>
          <a:prstGeom prst="roundRect">
            <a:avLst>
              <a:gd name="adj" fmla="val 5217"/>
            </a:avLst>
          </a:prstGeom>
          <a:ln w="2540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0"/>
          <p:cNvSpPr txBox="1"/>
          <p:nvPr/>
        </p:nvSpPr>
        <p:spPr>
          <a:xfrm>
            <a:off x="1417320" y="4224528"/>
            <a:ext cx="9354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 (min: 2 · desired: 4 · max: 10)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554480" y="466344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 txBox="1"/>
          <p:nvPr/>
        </p:nvSpPr>
        <p:spPr>
          <a:xfrm>
            <a:off x="1554480" y="47365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eu-central-1a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011680" y="5074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521208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91840" y="5074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3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5212080"/>
            <a:ext cx="320040" cy="3200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572000" y="5074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4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5212080"/>
            <a:ext cx="320040" cy="32004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153912" y="466344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2E3B4E"/>
          </a:solidFill>
          <a:ln w="12700">
            <a:solidFill>
              <a:srgbClr val="3A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17"/>
          <p:cNvSpPr txBox="1"/>
          <p:nvPr/>
        </p:nvSpPr>
        <p:spPr>
          <a:xfrm>
            <a:off x="6153912" y="47365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eu-central-1b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611112" y="5074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5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5212080"/>
            <a:ext cx="320040" cy="3200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891272" y="5074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8" name="Image 6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5212080"/>
            <a:ext cx="320040" cy="32004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171432" y="5074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7" descr="/home/claude/icons/serve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5212080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 і ASG: хто за що відповідає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hareAlt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48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81188"/>
            <a:ext cx="39802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Розподіляє вхідний трафік між здоровими цілями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стабільний DNS-ендпоінт для користувачів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Маршрутизує за правилами (шлях, домен)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Постійно перевіряє здоров'я цілей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Розподіляє трафік між кількома зонами доступності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173736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6720840" y="2011680"/>
            <a:ext cx="594360" cy="59436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icons/scal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454" y="2140294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ASG</a:t>
            </a:r>
            <a:endParaRPr lang="en-US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Підтримує потрібну кількість інстансів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971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запускає й зупиняє інстанси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Керується Launch Template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Реагує на метрики (CPU, запити, розклад)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Замінює несправні інстанси новими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Amazon S3, </a:t>
            </a:r>
            <a:r>
              <a:rPr lang="ru-RU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і життєвий цикл даних</a:t>
            </a: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та Auto Scaling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2731</Words>
  <Application>Microsoft Macintosh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Дмитро Штефан</cp:lastModifiedBy>
  <cp:revision>3</cp:revision>
  <dcterms:created xsi:type="dcterms:W3CDTF">2026-09-25T06:27:11Z</dcterms:created>
  <dcterms:modified xsi:type="dcterms:W3CDTF">2026-09-27T07:03:15Z</dcterms:modified>
</cp:coreProperties>
</file>